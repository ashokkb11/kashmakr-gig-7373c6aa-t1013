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EE7B7"/>
                </a:solidFill>
              </a:rPr>
              <a:t>✦ 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LumaNest Clean AI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8C8D2"/>
                </a:solidFill>
              </a:rPr>
              <a:t>Autonomous Eco Efficiency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EE7B7"/>
                </a:solidFill>
              </a:rPr>
              <a:t>✦ 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High-growth whitespace with expanding addressable 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8C8D2"/>
                </a:solidFill>
              </a:rPr>
              <a:t>Validated across verified customer intent cohorts.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EE7B7"/>
                </a:solidFill>
              </a:rPr>
              <a:t>✦ PRODUCT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Autonomous Multi-modal Pipeline &amp; Deterministic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8C8D2"/>
                </a:solidFill>
              </a:rPr>
              <a:t>Pillow, FFmpeg, and native zero-latency engines.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EE7B7"/>
                </a:solidFill>
              </a:rPr>
              <a:t>✦ GO-TO-MARKET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Campaign Strategy, Multi-channel Ads &amp; Video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8C8D2"/>
                </a:solidFill>
              </a:rPr>
              <a:t>Omnichannel distribution across Social &amp; Search.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EE7B7"/>
                </a:solidFill>
              </a:rPr>
              <a:t>✦ 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Scalable Gross Margins &amp; Strong Return on Ad Spend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8C8D2"/>
                </a:solidFill>
              </a:rPr>
              <a:t>Positive unit economics from initial launch batch.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EE7B7"/>
                </a:solidFill>
              </a:rPr>
              <a:t>✦ CONCLUSION &amp; 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Partner with KashMakr for Full-scale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8C8D2"/>
                </a:solidFill>
              </a:rPr>
              <a:t>Ready for automated continuous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